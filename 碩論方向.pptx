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1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B156B2-9D1D-EED5-6BAB-9B4F1D2F9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370DB6-FEE0-EDBA-AA93-A3668885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543A8C-037B-24AE-3B02-EA84415F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3AACC1-B116-A7B9-EDB5-6978121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ABFBFF-91F8-A9C3-331B-19EE4410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82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A28FA-8B61-29C7-0415-57F2C487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2B953E-9E01-414F-2566-E042286DE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832CDC-D1B4-8101-874C-CFEE6515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969FCD-FCAE-F7B6-FA4B-3B4B1F02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4A3DBE-41CD-9695-897B-17A97D5F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06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2A14F-7285-C03B-C45A-0A7CE611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0386D1-7BAE-C0D8-E3B3-C5E7975DB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974A32-66AB-839F-2EE4-0CCF4D5C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E6CC7C-6D76-9A3F-45E2-B9586C523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B50DFE-0B0D-9AF3-BA1F-90D82A9A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3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BD740-DE8D-1718-CFCA-F8D5F734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158A30-522E-259B-85C1-16A1E492C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F0298D-778D-3B63-D8C4-518D950CA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D6122E-9894-9417-BD2B-92080667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12908B-700E-AC81-003A-97DFCDA5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97F745-03B1-AF6D-144C-B31F8C69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352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87D8C1-92A1-1588-CA65-D7FD3323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E21A6D-DB04-38B1-2D1D-6378F568B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D39CBB-8FCB-34A6-611D-04D1B4A69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92523F5-8B63-FFEC-C4D0-57DAF949B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11B25DE-6A11-D6DD-CC4C-C4A259AD5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DAE563A-8008-5A0D-9866-D5B2D0BBF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68D1732-14F3-2F93-91D7-51FD16D8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C1FCC41-32A1-55E0-5981-F3F5CEC4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89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A1F6D-7CC1-6205-27D3-7EA96065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974A64F-BB07-318E-F8D1-17A70DE2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95EDBB7-C1EF-B5EE-550E-FB9ADECE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B3E4D0-C17F-9CEE-7107-6F0B45BC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95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0807E1-2F66-A810-9128-ED357478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77B61F-12A8-600B-7980-5C942AF4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3DB1D5-7DF5-36B0-A115-F0529C91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2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0756D-68BE-61CD-EFE8-835E5B0D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B88B7C-6004-073E-2811-57208F322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7BFE255-1E98-05DC-11E6-3EC9EFE82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9F91D2-9CFE-3F7C-A1C9-8F2D81F7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C65F72-2363-0F26-08E4-44E65D87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CF7661-C369-71A6-D01A-AC741EFA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63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6AD72E-98F5-DFB6-D7B6-C90B4539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E0AB54A-91AC-8133-2CD8-5872D6799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1BF380-2884-99BB-13B0-252FF8C14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54A422-5917-CC6A-A2A4-01290BBA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3C435BA-8E60-E4BE-40CE-84256082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C5528A-30E2-74E1-9CE8-5DE6DCA9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14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BFAFB-523B-A01C-64D2-F6A50BCD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3AA1221-63E5-689E-95E0-FF27D4ED5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59436D-63FB-31B6-F533-D38108DE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789121-FD50-5A7A-1D03-876A34BB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0B2B83-6D2B-C50D-347A-FBF396BE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28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C607775-3C7D-0870-7AB9-DEBB615CE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6C845E3-4B9E-C99C-1FC8-684235242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55AFD2-C4C9-6D60-32D6-B1CA37A0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F58794-72C5-6E91-F733-AD1BCEA9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CC13D9-37C5-A02E-C211-E25C1864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172" y="75897"/>
            <a:ext cx="1182626" cy="793853"/>
          </a:xfrm>
          <a:prstGeom prst="rect">
            <a:avLst/>
          </a:prstGeom>
        </p:spPr>
      </p:pic>
      <p:sp>
        <p:nvSpPr>
          <p:cNvPr id="13" name="投影片編號版面配置區 1"/>
          <p:cNvSpPr txBox="1"/>
          <p:nvPr/>
        </p:nvSpPr>
        <p:spPr>
          <a:xfrm>
            <a:off x="11667065" y="6416978"/>
            <a:ext cx="448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C7AB3A-7884-4750-95CD-540709EF2320}" type="slidenum">
              <a:rPr lang="zh-TW" altLang="en-US" sz="1600" b="1" smtClean="0">
                <a:solidFill>
                  <a:schemeClr val="tx1"/>
                </a:solidFill>
              </a:rPr>
              <a:t>‹#›</a:t>
            </a:fld>
            <a:endParaRPr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標題 13"/>
          <p:cNvSpPr>
            <a:spLocks noGrp="1"/>
          </p:cNvSpPr>
          <p:nvPr>
            <p:ph type="title" hasCustomPrompt="1"/>
          </p:nvPr>
        </p:nvSpPr>
        <p:spPr>
          <a:xfrm>
            <a:off x="537882" y="251747"/>
            <a:ext cx="10395291" cy="558660"/>
          </a:xfrm>
          <a:prstGeom prst="rect">
            <a:avLst/>
          </a:prstGeom>
        </p:spPr>
        <p:txBody>
          <a:bodyPr anchor="b"/>
          <a:lstStyle>
            <a:lvl1pPr algn="l">
              <a:defRPr sz="3600"/>
            </a:lvl1pPr>
          </a:lstStyle>
          <a:p>
            <a:r>
              <a:rPr lang="zh-TW" altLang="en-US" dirty="0"/>
              <a:t>按一下以編輯標題</a:t>
            </a:r>
          </a:p>
        </p:txBody>
      </p:sp>
      <p:sp>
        <p:nvSpPr>
          <p:cNvPr id="17" name="文字版面配置區 16"/>
          <p:cNvSpPr>
            <a:spLocks noGrp="1"/>
          </p:cNvSpPr>
          <p:nvPr>
            <p:ph type="body" sz="quarter" idx="10" hasCustomPrompt="1"/>
          </p:nvPr>
        </p:nvSpPr>
        <p:spPr>
          <a:xfrm>
            <a:off x="537881" y="1353671"/>
            <a:ext cx="10985425" cy="514574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dirty="0"/>
              <a:t>按一下以編輯內文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37881" y="851645"/>
            <a:ext cx="10395291" cy="34962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zh-TW" altLang="en-US" sz="2000" kern="1200" dirty="0">
                <a:solidFill>
                  <a:srgbClr val="C0030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按一下以編輯子標題</a:t>
            </a:r>
          </a:p>
        </p:txBody>
      </p:sp>
    </p:spTree>
    <p:extLst>
      <p:ext uri="{BB962C8B-B14F-4D97-AF65-F5344CB8AC3E}">
        <p14:creationId xmlns:p14="http://schemas.microsoft.com/office/powerpoint/2010/main" val="335075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98801A-17BD-5B34-D55D-479AE439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5CCC96-B2F0-F8AE-B386-7E9559EEA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BF619C-FF7C-273A-F729-CA8A111E7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920F4-B519-407E-AFA0-0A07853613C7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3D2BAC-AB3E-8344-E8B3-4F2DA02FC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57331E-A37C-9DD1-E250-3E7E16CA6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6D767-26C7-4A40-9F49-3122570A98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44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45522-1F8A-9365-3108-988B270C7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馬可夫轉換應用於對抗攻擊檢測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7A0929-1B8F-CDBE-4471-E24BDE1DC2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99061" y="4106753"/>
            <a:ext cx="33938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姓名：王奕傑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系所：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台北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大學 電機系碩士班</a:t>
            </a:r>
          </a:p>
        </p:txBody>
      </p:sp>
    </p:spTree>
    <p:extLst>
      <p:ext uri="{BB962C8B-B14F-4D97-AF65-F5344CB8AC3E}">
        <p14:creationId xmlns:p14="http://schemas.microsoft.com/office/powerpoint/2010/main" val="397999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/>
              <a:t>馬可夫轉換</a:t>
            </a:r>
            <a:r>
              <a:rPr lang="en-US" altLang="zh-TW"/>
              <a:t> (MTF) </a:t>
            </a:r>
            <a:r>
              <a:rPr lang="zh-TW" altLang="en-US"/>
              <a:t>能檢測異常數據的原因</a:t>
            </a:r>
          </a:p>
        </p:txBody>
      </p:sp>
      <p:sp>
        <p:nvSpPr>
          <p:cNvPr id="6" name="文字佔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當被加入對抗攻擊如</a:t>
            </a:r>
            <a:r>
              <a:rPr lang="en-US" altLang="zh-TW" dirty="0"/>
              <a:t> (FGSM</a:t>
            </a:r>
            <a:r>
              <a:rPr lang="zh-TW" altLang="en-US" dirty="0"/>
              <a:t>、</a:t>
            </a:r>
            <a:r>
              <a:rPr lang="en-US" altLang="zh-TW" dirty="0"/>
              <a:t>BIM</a:t>
            </a:r>
            <a:r>
              <a:rPr lang="zh-TW" altLang="en-US" dirty="0"/>
              <a:t>、</a:t>
            </a:r>
            <a:r>
              <a:rPr lang="en-US" altLang="zh-TW" dirty="0"/>
              <a:t>PGD</a:t>
            </a:r>
            <a:r>
              <a:rPr lang="zh-TW" altLang="en-US" dirty="0"/>
              <a:t>、</a:t>
            </a:r>
            <a:r>
              <a:rPr lang="en-US" altLang="zh-TW" dirty="0"/>
              <a:t>MIM)</a:t>
            </a:r>
            <a:r>
              <a:rPr lang="zh-TW" altLang="en-US" dirty="0"/>
              <a:t>，容易出現細微的波動，這會讓轉換後的馬可夫圖出現變化。</a:t>
            </a:r>
          </a:p>
          <a:p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文字佔位符 6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altLang="zh-HK"/>
              <a:t>左為原始數據，右為加入對抗攻擊的數據</a:t>
            </a:r>
          </a:p>
        </p:txBody>
      </p:sp>
      <p:pic>
        <p:nvPicPr>
          <p:cNvPr id="9" name="圖片 8" descr="cle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" y="2637155"/>
            <a:ext cx="5011420" cy="3993515"/>
          </a:xfrm>
          <a:prstGeom prst="rect">
            <a:avLst/>
          </a:prstGeom>
        </p:spPr>
      </p:pic>
      <p:pic>
        <p:nvPicPr>
          <p:cNvPr id="13" name="圖片 12" descr="FGSM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80" y="2534920"/>
            <a:ext cx="5426710" cy="4323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ym typeface="+mn-ea"/>
              </a:rPr>
              <a:t>我用馬可夫轉換</a:t>
            </a:r>
            <a:r>
              <a:rPr lang="en-US" altLang="zh-TW" dirty="0">
                <a:sym typeface="+mn-ea"/>
              </a:rPr>
              <a:t> (MTF) </a:t>
            </a:r>
            <a:r>
              <a:rPr lang="zh-TW" altLang="en-US" dirty="0">
                <a:sym typeface="+mn-ea"/>
              </a:rPr>
              <a:t>檢測攻擊的方法</a:t>
            </a:r>
          </a:p>
        </p:txBody>
      </p:sp>
      <p:sp>
        <p:nvSpPr>
          <p:cNvPr id="6" name="文字佔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對充電電壓來說，梯度攻擊主要改變對角線上的像素值 ，我會將右下的公式改為只計算對角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  線上的變化，將他改良成偵測梯度攻擊的指標，而不是傳統上整張圖片的變化。</a:t>
            </a:r>
            <a:endParaRPr lang="en-US" altLang="zh-TW" dirty="0"/>
          </a:p>
        </p:txBody>
      </p:sp>
      <p:sp>
        <p:nvSpPr>
          <p:cNvPr id="7" name="文字佔位符 6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zh-HK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56E0ED1-F545-2987-55BB-F1DA161D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54" y="2623840"/>
            <a:ext cx="3376905" cy="356586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5A6CF37-6599-64AA-2BDF-CA38C821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526" y="2951660"/>
            <a:ext cx="4479404" cy="79803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4718070-F7CB-79BB-0526-DE2836B91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526" y="3771304"/>
            <a:ext cx="5022047" cy="230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0D21F-2215-F33F-38B4-B523B44B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478D54-F17B-3725-14B3-8D6D9D92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過去經驗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E54991-5DCB-2E82-C1DB-6834FFD8E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3394"/>
          </a:xfrm>
        </p:spPr>
        <p:txBody>
          <a:bodyPr/>
          <a:lstStyle/>
          <a:p>
            <a:r>
              <a:rPr lang="zh-TW" altLang="en-US" dirty="0"/>
              <a:t>我會對電池數據做數據預處理 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 </a:t>
            </a:r>
            <a:r>
              <a:rPr lang="zh-TW" altLang="en-US" dirty="0"/>
              <a:t>以利後續 </a:t>
            </a:r>
            <a:r>
              <a:rPr lang="en-US" altLang="zh-TW" dirty="0"/>
              <a:t>Rasberry pi </a:t>
            </a:r>
            <a:r>
              <a:rPr lang="zh-TW" altLang="en-US" dirty="0"/>
              <a:t>使用 </a:t>
            </a:r>
            <a:r>
              <a:rPr lang="en-US" altLang="zh-TW" dirty="0"/>
              <a:t>AI</a:t>
            </a:r>
            <a:r>
              <a:rPr lang="zh-TW" altLang="en-US" dirty="0"/>
              <a:t> 模型 做壽命預測</a:t>
            </a:r>
            <a:endParaRPr lang="en-US" altLang="zh-TW" dirty="0"/>
          </a:p>
        </p:txBody>
      </p:sp>
      <p:pic>
        <p:nvPicPr>
          <p:cNvPr id="5" name="videoplayback">
            <a:hlinkClick r:id="" action="ppaction://media"/>
            <a:extLst>
              <a:ext uri="{FF2B5EF4-FFF2-40B4-BE49-F238E27FC236}">
                <a16:creationId xmlns:a16="http://schemas.microsoft.com/office/drawing/2014/main" id="{2529BD0F-6F45-36E3-24DF-5205DBEEDD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3823" y="3289956"/>
            <a:ext cx="5112177" cy="320292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100628F-211F-F0AB-E7AD-8ECE727485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623" y="3223445"/>
            <a:ext cx="4447923" cy="333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4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從嵌入式系統到AI應用：以Raspberry Pi為平台的軟硬整合開發</Template>
  <TotalTime>72</TotalTime>
  <Words>160</Words>
  <Application>Microsoft Office PowerPoint</Application>
  <PresentationFormat>寬螢幕</PresentationFormat>
  <Paragraphs>12</Paragraphs>
  <Slides>4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馬可夫轉換應用於對抗攻擊檢測</vt:lpstr>
      <vt:lpstr>馬可夫轉換 (MTF) 能檢測異常數據的原因</vt:lpstr>
      <vt:lpstr>我用馬可夫轉換 (MTF) 檢測攻擊的方法</vt:lpstr>
      <vt:lpstr>過去經驗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大成 江</dc:creator>
  <cp:lastModifiedBy>大成 江</cp:lastModifiedBy>
  <cp:revision>14</cp:revision>
  <dcterms:created xsi:type="dcterms:W3CDTF">2025-10-31T13:57:44Z</dcterms:created>
  <dcterms:modified xsi:type="dcterms:W3CDTF">2025-11-04T01:25:42Z</dcterms:modified>
</cp:coreProperties>
</file>